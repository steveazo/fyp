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g_template_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44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3954"/>
            <a:ext cx="10332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FINAL YEAR PROJECT PRESENTATION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66197"/>
            <a:ext cx="973836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Resource-Constrained Evaluation of Lightweight
Concept Drift Detectors in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627"/>
            <a:ext cx="1014984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Stephen Kwaku Azongo
ID: 11027858
Department of Computer Science, University of 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4460" y="3167390"/>
            <a:ext cx="94183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SUPERVISOR: </a:t>
            </a:r>
            <a:r>
              <a:rPr lang="en-US" sz="1400" b="1" dirty="0">
                <a:solidFill>
                  <a:srgbClr val="FFFFFF"/>
                </a:solidFill>
                <a:latin typeface="Aptos"/>
              </a:rPr>
              <a:t>PROF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SARPONG ADU-MANU
8TH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OUTLINE OF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3077766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1. Introduction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2. Aims and Objectives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3. Related Work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4. Proposed Solution (Methodology)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5. Key Results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6.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139321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b="1" dirty="0"/>
              <a:t>Problem context: </a:t>
            </a:r>
            <a:r>
              <a:rPr sz="2400" dirty="0"/>
              <a:t>Production machine-learning models face concept drift as P(X, y) changes over time.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Existing benchmarks usually hold deployment resources constant.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Real systems must trade off monitoring frequency, detection-window size, and reference memory.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Study focus: evaluate lightweight unsupervised detectors across financial, telecom, and industrial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Aims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293209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Aim: determine whether monitoring configuration is more consequential than detector algorithm.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Compare KS, PSI, and Wasserstein detectors over 8,100 experimental runs.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Quantify the effects of monitoring frequency, window size, and reference size.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Evaluate sudden, gradual, and recurring drift.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Assess Random Forest, Logistic Regression, and </a:t>
            </a:r>
            <a:r>
              <a:rPr sz="2400" dirty="0" err="1"/>
              <a:t>LightGBM</a:t>
            </a:r>
            <a:r>
              <a:rPr sz="2400" dirty="0"/>
              <a:t> robustness.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139321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Concept-drift foundations: drift types and adaptive monitoring.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Empirical benchmarks compare detectors but rarely model deployment constraints as primary factors.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KS, PSI, and Wasserstein provide practical, label-free, lightweight monitoring.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Research gap: no systematic ranking of resource constraints by quantitative impact on detection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Proposed Solution (Methodology)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01205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5375E"/>
                </a:solidFill>
                <a:latin typeface="Aptos"/>
              </a:defRPr>
            </a:pPr>
            <a:r>
              <a:rPr lang="en-US" sz="2400" dirty="0"/>
              <a:t>D</a:t>
            </a:r>
            <a:r>
              <a:rPr sz="2400" dirty="0"/>
              <a:t>atasets: UCI Credit Default, IBM Telco Churn, and UCI AI4I Predictive Maintenance.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Drift simulation: sudden, gradual, and recurring drift after a 60/40 reference-stream split.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Detectors: Kolmogorov-Smirnov, Population Stability Index, and Wasserstein distance.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Constraint grid: frequency {10, 50, 100, 500, 1000}; window {50, 100, 500, 1000}; reference {100, 500, unlimited}.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Analysis: Kruskal-Wallis, Mann-Whitney U, Bonferroni correction, Spearman correlation, and effect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772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031873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Constraint configuration produced a 37-fold range in detection delay.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Gradual drift was significantly harder to detect than sudden or recurring drift (r ≈ 0.30).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Detection-window size had the strongest individual impact; monitoring frequency was second.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A 500-sample reference window performed comparably to unlimited reference in most settings.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Random Forest degraded less than </a:t>
            </a:r>
            <a:r>
              <a:rPr sz="2400" dirty="0" err="1"/>
              <a:t>LightGBM</a:t>
            </a:r>
            <a:r>
              <a:rPr sz="2400" dirty="0"/>
              <a:t> (r = 0.383) and Logistic Regression (r = 0.185).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400657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b="1" dirty="0"/>
              <a:t>Main conclusion: </a:t>
            </a:r>
            <a:r>
              <a:rPr sz="2400" dirty="0"/>
              <a:t>configuration matters more than algorithm for practical drift-detection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1. Configure the monitoring regime first.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2. Account for drift type, especially gradual drift.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rPr sz="2400" dirty="0"/>
              <a:t>3. Then optimize detector and predictive-model selection.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16636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5375E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466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Azongo Stephen Kwaku</cp:lastModifiedBy>
  <cp:revision>3</cp:revision>
  <dcterms:created xsi:type="dcterms:W3CDTF">2013-01-27T09:14:16Z</dcterms:created>
  <dcterms:modified xsi:type="dcterms:W3CDTF">2026-10-06T21:42:47Z</dcterms:modified>
  <cp:category/>
</cp:coreProperties>
</file>